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61A4A1-D414-4F1E-912D-462C0C96219E}" v="290" dt="2026-05-28T16:37:24.26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LangFlow”</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6705193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IN" dirty="0"/>
                    </a:p>
                    <a:p>
                      <a:pPr marL="0" marR="0" lvl="0" indent="0" algn="ctr" rtl="0">
                        <a:spcBef>
                          <a:spcPts val="0"/>
                        </a:spcBef>
                        <a:spcAft>
                          <a:spcPts val="0"/>
                        </a:spcAft>
                        <a:buNone/>
                      </a:pPr>
                      <a:r>
                        <a:rPr lang="en-IN" dirty="0"/>
                        <a:t>Shubham Raj</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IN" dirty="0"/>
                    </a:p>
                    <a:p>
                      <a:pPr marL="0" marR="0" lvl="0" indent="0" algn="ctr" rtl="0">
                        <a:spcBef>
                          <a:spcPts val="0"/>
                        </a:spcBef>
                        <a:spcAft>
                          <a:spcPts val="0"/>
                        </a:spcAft>
                        <a:buNone/>
                      </a:pPr>
                      <a:r>
                        <a:rPr lang="en-IN" sz="1200" dirty="0"/>
                        <a:t>shubhamsingh84098@gmail.com</a:t>
                      </a:r>
                      <a:endParaRPr sz="12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IN" dirty="0"/>
                    </a:p>
                    <a:p>
                      <a:pPr marL="0" marR="0" lvl="0" indent="0" algn="ctr" rtl="0">
                        <a:spcBef>
                          <a:spcPts val="0"/>
                        </a:spcBef>
                        <a:spcAft>
                          <a:spcPts val="0"/>
                        </a:spcAft>
                        <a:buNone/>
                      </a:pPr>
                      <a:r>
                        <a:rPr lang="en-IN" dirty="0"/>
                        <a:t>+91 8409858830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a:t>Domain of  Project – </a:t>
            </a:r>
            <a:r>
              <a:rPr lang="en-US" sz="2400">
                <a:highlight>
                  <a:srgbClr val="FFFF00"/>
                </a:highlight>
              </a:rPr>
              <a:t>Artificial Intelligence (AI) / Natural Language Processing (NLP) / Research Automation</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Title – </a:t>
            </a:r>
            <a:r>
              <a:rPr lang="en-IN" sz="2400" dirty="0" err="1">
                <a:highlight>
                  <a:srgbClr val="FFFF00"/>
                </a:highlight>
              </a:rPr>
              <a:t>ResearchIQ</a:t>
            </a:r>
            <a:r>
              <a:rPr lang="en-IN" sz="2400" dirty="0">
                <a:highlight>
                  <a:srgbClr val="FFFF00"/>
                </a:highlight>
              </a:rPr>
              <a:t>-AI</a:t>
            </a:r>
            <a:r>
              <a:rPr lang="en-US" sz="2400" dirty="0">
                <a:highlight>
                  <a:srgbClr val="FFFF00"/>
                </a:highlight>
              </a:rPr>
              <a:t> – Smart Research Assistant using IBM Granite</a:t>
            </a:r>
            <a:endParaRPr lang="en-IN" sz="2400" b="1" dirty="0">
              <a:highlight>
                <a:srgbClr val="FFFF00"/>
              </a:highlight>
            </a:endParaRPr>
          </a:p>
        </p:txBody>
      </p:sp>
      <p:pic>
        <p:nvPicPr>
          <p:cNvPr id="3" name="Picture 2">
            <a:extLst>
              <a:ext uri="{FF2B5EF4-FFF2-40B4-BE49-F238E27FC236}">
                <a16:creationId xmlns:a16="http://schemas.microsoft.com/office/drawing/2014/main" id="{676686AB-3005-E9AD-CEDC-44D303188C48}"/>
              </a:ext>
            </a:extLst>
          </p:cNvPr>
          <p:cNvPicPr>
            <a:picLocks noChangeAspect="1"/>
          </p:cNvPicPr>
          <p:nvPr/>
        </p:nvPicPr>
        <p:blipFill>
          <a:blip r:embed="rId3"/>
          <a:srcRect/>
          <a:stretch/>
        </p:blipFill>
        <p:spPr>
          <a:xfrm>
            <a:off x="4165504" y="3721122"/>
            <a:ext cx="677608" cy="9034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Research Agent</a:t>
            </a:r>
          </a:p>
          <a:p>
            <a:pPr fontAlgn="base"/>
            <a:endParaRPr lang="en-US" b="1" dirty="0"/>
          </a:p>
          <a:p>
            <a:pPr fontAlgn="base"/>
            <a:r>
              <a:rPr lang="en-US" b="1" dirty="0"/>
              <a:t>The Challenge</a:t>
            </a:r>
            <a:r>
              <a:rPr lang="en-US" dirty="0"/>
              <a:t> </a:t>
            </a:r>
          </a:p>
          <a:p>
            <a:pPr fontAlgn="base"/>
            <a:r>
              <a:rPr lang="en-US" dirty="0"/>
              <a:t>Researchers and students face difficulty in finding, analyzing, and organizing reliable research information quickly. Manual research takes a lot of time and effort.</a:t>
            </a:r>
          </a:p>
          <a:p>
            <a:pPr fontAlgn="base"/>
            <a:endParaRPr lang="en-US" dirty="0"/>
          </a:p>
          <a:p>
            <a:pPr fontAlgn="base"/>
            <a:r>
              <a:rPr lang="en-US" b="1" dirty="0"/>
              <a:t>The Objective</a:t>
            </a:r>
            <a:r>
              <a:rPr lang="en-US" dirty="0"/>
              <a:t> </a:t>
            </a:r>
          </a:p>
          <a:p>
            <a:r>
              <a:rPr lang="en-US" dirty="0"/>
              <a:t>The main objective of this project is to develop an AI-powered Research Agent using IBM Granite and IBM Cloud Lite services that can help researchers, students, doctors, teachers, and professionals perform research tasks more efficiently and intelligently. The system aims to automate time-consuming activities such as searching for relevant research papers, summarizing lengthy documents, extracting important insights, organizing references, and generating structured research reports.</a:t>
            </a:r>
          </a:p>
          <a:p>
            <a:endParaRPr lang="en-US" dirty="0"/>
          </a:p>
          <a:p>
            <a:r>
              <a:rPr lang="en-US" dirty="0"/>
              <a:t>The Research Agent will use Natural Language Processing (NLP) and AI technologies to understand user queries and provide accurate, fast, and meaningful responses. It will help users access reliable information from multiple sources and reduce the manual effort required during the research process.</a:t>
            </a:r>
          </a:p>
          <a:p>
            <a:endParaRPr lang="en-US" dirty="0"/>
          </a:p>
          <a:p>
            <a:r>
              <a:rPr lang="en-US" dirty="0"/>
              <a:t>Another objective of the project is to improve productivity, research accuracy, knowledge management, and decision-making by providing smart AI-based assistance. The system will also support citation management, hypothesis generation, data extraction, and research content organization.</a:t>
            </a:r>
          </a:p>
          <a:p>
            <a:endParaRPr lang="en-US" dirty="0"/>
          </a:p>
          <a:p>
            <a:r>
              <a:rPr lang="en-US" dirty="0"/>
              <a:t>The project further aims to create a user-friendly and scalable platform that can be used in academic institutions, healthcare research, industrial R&amp;D, and innovation-based environments. By integrating IBM Granite models and IBM Cloud services, the solution will demonstrate the practical use of AI in solving real-world research challenges efficiently and effectively.</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462213"/>
          </a:xfrm>
          <a:prstGeom prst="rect">
            <a:avLst/>
          </a:prstGeom>
          <a:noFill/>
        </p:spPr>
        <p:txBody>
          <a:bodyPr wrap="square" rtlCol="0">
            <a:spAutoFit/>
          </a:bodyPr>
          <a:lstStyle/>
          <a:p>
            <a:pPr fontAlgn="base"/>
            <a:endParaRPr lang="en-IN"/>
          </a:p>
          <a:p>
            <a:pPr marL="285750" indent="-285750" fontAlgn="base">
              <a:buFont typeface="Arial" panose="020B0604020202020204" pitchFamily="34" charset="0"/>
              <a:buChar char="•"/>
            </a:pPr>
            <a:r>
              <a:rPr lang="en-IN"/>
              <a:t>LangFlow</a:t>
            </a:r>
          </a:p>
          <a:p>
            <a:pPr marL="285750" indent="-285750" fontAlgn="base">
              <a:buFont typeface="Arial" panose="020B0604020202020204" pitchFamily="34" charset="0"/>
              <a:buChar char="•"/>
            </a:pPr>
            <a:r>
              <a:rPr lang="en-IN"/>
              <a:t>IBM watsonx.ai</a:t>
            </a:r>
          </a:p>
          <a:p>
            <a:pPr marL="285750" indent="-285750" fontAlgn="base">
              <a:buFont typeface="Arial" panose="020B0604020202020204" pitchFamily="34" charset="0"/>
              <a:buChar char="•"/>
            </a:pPr>
            <a:r>
              <a:rPr lang="en-IN"/>
              <a:t>Granite Models </a:t>
            </a:r>
          </a:p>
          <a:p>
            <a:pPr marL="285750" indent="-285750" fontAlgn="base">
              <a:buFont typeface="Arial" panose="020B0604020202020204" pitchFamily="34" charset="0"/>
              <a:buChar char="•"/>
            </a:pPr>
            <a:endParaRPr lang="en-IN"/>
          </a:p>
          <a:p>
            <a:pPr fontAlgn="base"/>
            <a:r>
              <a:rPr lang="en-IN"/>
              <a:t>I used </a:t>
            </a:r>
            <a:r>
              <a:rPr lang="en-IN">
                <a:highlight>
                  <a:srgbClr val="FFFF00"/>
                </a:highlight>
              </a:rPr>
              <a:t>LangFlow + IBM watsonx.ai + Granite Models.</a:t>
            </a:r>
          </a:p>
          <a:p>
            <a:pPr fontAlgn="base"/>
            <a:endParaRPr lang="en-IN"/>
          </a:p>
          <a:p>
            <a:pPr marL="285750" indent="-285750" fontAlgn="base">
              <a:buFont typeface="Arial" panose="020B0604020202020204" pitchFamily="34" charset="0"/>
              <a:buChar char="•"/>
            </a:pPr>
            <a:endParaRPr lang="en-IN"/>
          </a:p>
          <a:p>
            <a:pPr fontAlgn="base"/>
            <a:endParaRPr lang="en-IN"/>
          </a:p>
          <a:p>
            <a:pPr fontAlgn="base"/>
            <a:endParaRPr lang="en-US"/>
          </a:p>
          <a:p>
            <a:endParaRPr lang="en-IN"/>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a:t>Technology Used </a:t>
            </a:r>
            <a:endParaRPr lang="en-IN" sz="2400" b="1"/>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185761"/>
          </a:xfrm>
          <a:prstGeom prst="rect">
            <a:avLst/>
          </a:prstGeom>
          <a:noFill/>
        </p:spPr>
        <p:txBody>
          <a:bodyPr wrap="square" rtlCol="0">
            <a:spAutoFit/>
          </a:bodyPr>
          <a:lstStyle/>
          <a:p>
            <a:pPr fontAlgn="base"/>
            <a:endParaRPr lang="en-US" b="1" dirty="0"/>
          </a:p>
          <a:p>
            <a:r>
              <a:rPr lang="en-US" b="1" dirty="0"/>
              <a:t>Proposed Solution: AI-Powered Research Agent</a:t>
            </a:r>
          </a:p>
          <a:p>
            <a:endParaRPr lang="en-US" b="1" dirty="0"/>
          </a:p>
          <a:p>
            <a:r>
              <a:rPr lang="en-US" dirty="0"/>
              <a:t>The proposed solution is to develop an AI-powered Research Agent using IBM Granite models and IBM Cloud Lite services that can assist users in performing smart and efficient research activities. The system will allow users to enter research-related queries in natural language and automatically retrieve relevant information from trusted sources.</a:t>
            </a:r>
          </a:p>
          <a:p>
            <a:endParaRPr lang="en-US" dirty="0"/>
          </a:p>
          <a:p>
            <a:r>
              <a:rPr lang="en-US" dirty="0"/>
              <a:t>The Research Agent will analyze research papers, summarize lengthy documents, extract key insights, and organize references in a structured manner. It will also support citation management, report generation, and intelligent information retrieval to reduce manual effort and save time.</a:t>
            </a:r>
          </a:p>
          <a:p>
            <a:endParaRPr lang="en-US" dirty="0"/>
          </a:p>
          <a:p>
            <a:r>
              <a:rPr lang="en-US" dirty="0"/>
              <a:t>Using Natural Language Processing (NLP) and Machine Learning techniques, the system will understand user requirements and provide accurate and meaningful responses. The platform will feature an interactive and user-friendly interface where users can upload documents, search for topics, and receive AI-generated summaries and suggestions.</a:t>
            </a:r>
          </a:p>
          <a:p>
            <a:endParaRPr lang="en-US" dirty="0"/>
          </a:p>
          <a:p>
            <a:r>
              <a:rPr lang="en-US" dirty="0"/>
              <a:t>The solution will improve research productivity, accuracy, and accessibility for students, researchers, doctors, teachers, and professionals. By integrating IBM Granite AI models with cloud-based services, the project aims to create a scalable, intelligent, and real-world research assistance platform.</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832092"/>
          </a:xfrm>
          <a:prstGeom prst="rect">
            <a:avLst/>
          </a:prstGeom>
          <a:noFill/>
        </p:spPr>
        <p:txBody>
          <a:bodyPr wrap="square" rtlCol="0">
            <a:spAutoFit/>
          </a:bodyPr>
          <a:lstStyle/>
          <a:p>
            <a:endParaRPr lang="en-US"/>
          </a:p>
          <a:p>
            <a:r>
              <a:rPr lang="en-US" b="1"/>
              <a:t>1) Chat Input –</a:t>
            </a:r>
            <a:r>
              <a:rPr lang="en-US"/>
              <a:t> Interface where users enter their queries, preferences, or meal details (text/voice/image).</a:t>
            </a:r>
          </a:p>
          <a:p>
            <a:endParaRPr lang="en-US"/>
          </a:p>
          <a:p>
            <a:r>
              <a:rPr lang="en-US" b="1"/>
              <a:t>2) IBM watsonx AI Agent </a:t>
            </a:r>
            <a:r>
              <a:rPr lang="en-US"/>
              <a:t>- Processes user input using Granite models to generate personalized research insights and recommendations. </a:t>
            </a:r>
          </a:p>
          <a:p>
            <a:endParaRPr lang="en-US"/>
          </a:p>
          <a:p>
            <a:r>
              <a:rPr lang="en-US" b="1"/>
              <a:t>3) Name of IBM Granite model - </a:t>
            </a:r>
            <a:r>
              <a:rPr lang="en-US"/>
              <a:t>Granite-8B-Code-Instruct → Fast, efficient for real-time diet recommendations</a:t>
            </a:r>
          </a:p>
          <a:p>
            <a:endParaRPr lang="en-US"/>
          </a:p>
          <a:p>
            <a:r>
              <a:rPr lang="en-US" b="1"/>
              <a:t>4) Chat output - </a:t>
            </a:r>
            <a:r>
              <a:rPr lang="en-US"/>
              <a:t>Displays AI-generated responses such as – top university for Computer Science &amp; Engineering and etc. </a:t>
            </a:r>
          </a:p>
          <a:p>
            <a:endParaRPr lang="en-US"/>
          </a:p>
          <a:p>
            <a:r>
              <a:rPr lang="en-US" b="1"/>
              <a:t>5) </a:t>
            </a:r>
            <a:r>
              <a:rPr lang="en-US" b="1">
                <a:highlight>
                  <a:srgbClr val="FFFF00"/>
                </a:highlight>
              </a:rPr>
              <a:t>File component - </a:t>
            </a:r>
            <a:r>
              <a:rPr lang="en-US">
                <a:highlight>
                  <a:srgbClr val="FFFF00"/>
                </a:highlight>
              </a:rPr>
              <a:t>Stores and retrieves user data, meal logs, and research datasets for analysis and tracking.</a:t>
            </a:r>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5" name="Picture 4">
            <a:extLst>
              <a:ext uri="{FF2B5EF4-FFF2-40B4-BE49-F238E27FC236}">
                <a16:creationId xmlns:a16="http://schemas.microsoft.com/office/drawing/2014/main" id="{2478C93E-5CDB-E148-AF71-E9345A59779F}"/>
              </a:ext>
            </a:extLst>
          </p:cNvPr>
          <p:cNvPicPr>
            <a:picLocks noChangeAspect="1"/>
          </p:cNvPicPr>
          <p:nvPr/>
        </p:nvPicPr>
        <p:blipFill>
          <a:blip r:embed="rId3"/>
          <a:stretch>
            <a:fillRect/>
          </a:stretch>
        </p:blipFill>
        <p:spPr>
          <a:xfrm>
            <a:off x="603505" y="1060704"/>
            <a:ext cx="11073384" cy="547405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2A96EB1C-30F3-86DC-38CD-7F0C415BCE9F}"/>
              </a:ext>
            </a:extLst>
          </p:cNvPr>
          <p:cNvPicPr>
            <a:picLocks noChangeAspect="1"/>
          </p:cNvPicPr>
          <p:nvPr/>
        </p:nvPicPr>
        <p:blipFill>
          <a:blip r:embed="rId3"/>
          <a:stretch>
            <a:fillRect/>
          </a:stretch>
        </p:blipFill>
        <p:spPr>
          <a:xfrm>
            <a:off x="537590" y="693928"/>
            <a:ext cx="11038714" cy="58528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616648"/>
          </a:xfrm>
          <a:prstGeom prst="rect">
            <a:avLst/>
          </a:prstGeom>
          <a:noFill/>
        </p:spPr>
        <p:txBody>
          <a:bodyPr wrap="square" rtlCol="0">
            <a:spAutoFit/>
          </a:bodyPr>
          <a:lstStyle/>
          <a:p>
            <a:r>
              <a:rPr lang="en-US" b="1"/>
              <a:t>Role of Agentic AI in Research Agent</a:t>
            </a:r>
          </a:p>
          <a:p>
            <a:endParaRPr lang="en-US" b="1"/>
          </a:p>
          <a:p>
            <a:r>
              <a:rPr lang="en-US"/>
              <a:t>Agentic AI plays a major role in the proposed Research Agent solution by enabling the system to perform research tasks intelligently and autonomously with minimal human intervention. Instead of only responding to commands, the Agentic AI system can analyze user queries, make decisions, plan actions, and execute multiple research-related tasks step by step.</a:t>
            </a:r>
          </a:p>
          <a:p>
            <a:endParaRPr lang="en-US"/>
          </a:p>
          <a:p>
            <a:r>
              <a:rPr lang="en-US"/>
              <a:t>The AI agent can automatically search for relevant research papers, extract important information, summarize content, organize references, and generate meaningful research reports. It can understand the research objective, identify suitable sources, and continuously improve responses based on user interaction.</a:t>
            </a:r>
          </a:p>
          <a:p>
            <a:endParaRPr lang="en-US"/>
          </a:p>
          <a:p>
            <a:r>
              <a:rPr lang="en-US"/>
              <a:t>Agentic AI also helps in reducing manual workload by automating repetitive tasks such as citation management, document analysis, and data extraction. With the support of IBM Granite models and NLP capabilities, the AI agent can provide context-aware, accurate, and intelligent assistance for academic and industrial research.</a:t>
            </a:r>
          </a:p>
          <a:p>
            <a:endParaRPr lang="en-US"/>
          </a:p>
          <a:p>
            <a:r>
              <a:rPr lang="en-US"/>
              <a:t>The use of Agentic AI makes the system more adaptive, efficient, scalable, and capable of handling complex research workflows in a smart and human-like manner.</a:t>
            </a:r>
          </a:p>
          <a:p>
            <a:endParaRPr lang="en-US"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a:t>Langflow platform </a:t>
            </a:r>
            <a:r>
              <a:rPr lang="en-US" sz="1800"/>
              <a:t>- 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Granite model </a:t>
            </a:r>
            <a:r>
              <a:rPr lang="en-US" sz="1800"/>
              <a:t>– ibm/granite-8b-code-instruct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Research Agent efficiently. IBM Cloud enables a </a:t>
            </a:r>
            <a:r>
              <a:rPr lang="en-US" sz="1800" b="1"/>
              <a:t>reliable, secure, and scalable environment</a:t>
            </a:r>
            <a:r>
              <a:rPr lang="en-US" sz="1800"/>
              <a:t> for deploying the Research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a:t>
            </a:r>
            <a:r>
              <a:rPr lang="en-US" sz="1800" b="1"/>
              <a:t> </a:t>
            </a:r>
            <a:r>
              <a:rPr lang="en-US" sz="1800"/>
              <a:t>RAG to </a:t>
            </a:r>
            <a:r>
              <a:rPr lang="en-US" sz="1800" b="1"/>
              <a:t>fetch real data first, then generate intelligent answers</a:t>
            </a:r>
            <a:r>
              <a:rPr lang="en-US" sz="1800"/>
              <a:t>, making the Research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a:t>
            </a:r>
            <a:r>
              <a:rPr lang="en-US" sz="1800"/>
              <a:t>-</a:t>
            </a:r>
            <a:r>
              <a:rPr lang="en-US" sz="1800" b="1"/>
              <a:t>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research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832092"/>
          </a:xfrm>
          <a:prstGeom prst="rect">
            <a:avLst/>
          </a:prstGeom>
          <a:noFill/>
        </p:spPr>
        <p:txBody>
          <a:bodyPr wrap="square" rtlCol="0">
            <a:spAutoFit/>
          </a:bodyPr>
          <a:lstStyle/>
          <a:p>
            <a:r>
              <a:rPr lang="en-IN" sz="1800"/>
              <a:t>The proposed Research Agent stands out by combining </a:t>
            </a:r>
            <a:r>
              <a:rPr lang="en-IN" sz="1800" b="1"/>
              <a:t>Agentic AI, RAG, and personalization</a:t>
            </a:r>
            <a:r>
              <a:rPr lang="en-IN" sz="1800"/>
              <a:t> into a single intelligent system.</a:t>
            </a:r>
          </a:p>
          <a:p>
            <a:endParaRPr lang="en-IN" sz="1600"/>
          </a:p>
          <a:p>
            <a:r>
              <a:rPr lang="en-US" sz="1600"/>
              <a:t>The uniqueness of this project lies in the integration of Agentic AI, IBM Granite models, and intelligent research automation into a single smart platform. Unlike traditional search systems that only provide links or static information, the proposed Research Agent can independently analyze user queries, search for relevant research content, summarize papers, extract key insights, and organize information intelligently.</a:t>
            </a:r>
          </a:p>
          <a:p>
            <a:endParaRPr lang="en-US" sz="1600"/>
          </a:p>
          <a:p>
            <a:r>
              <a:rPr lang="en-US" sz="1600"/>
              <a:t>The project introduces an AI-driven research workflow where the agent can perform multiple tasks autonomously with minimal human effort. It combines Natural Language Processing (NLP), intelligent document understanding, citation management, and report generation in one unified system.</a:t>
            </a:r>
          </a:p>
          <a:p>
            <a:endParaRPr lang="en-US" sz="1600"/>
          </a:p>
          <a:p>
            <a:r>
              <a:rPr lang="en-US" sz="1600"/>
              <a:t>Another innovative aspect of the solution is its ability to provide context-aware and personalized research assistance for students, researchers, doctors, teachers, and professionals across different domains. The use of IBM Granite foundation models and IBM Cloud Lite services makes the platform scalable, efficient, and capable of handling real-world research challenges.</a:t>
            </a:r>
          </a:p>
          <a:p>
            <a:endParaRPr lang="en-US" sz="1600"/>
          </a:p>
          <a:p>
            <a:r>
              <a:rPr lang="en-US" sz="1600"/>
              <a:t>The project aims to transform traditional research methods into a faster, smarter, and more interactive AI-powered experience, improving productivity, accuracy, and accessibility in academic and industrial research environments.</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GitHub repository (</a:t>
            </a:r>
            <a:r>
              <a:rPr lang="en-US" sz="1850" dirty="0">
                <a:solidFill>
                  <a:srgbClr val="2B3541"/>
                </a:solidFill>
                <a:latin typeface="Times New Roman"/>
                <a:ea typeface="Times New Roman"/>
                <a:cs typeface="Times New Roman"/>
                <a:sym typeface="Times New Roman"/>
              </a:rPr>
              <a:t>With</a:t>
            </a:r>
            <a:r>
              <a:rPr lang="en-US" sz="1850" b="0" i="0" u="none" strike="noStrike" cap="none" dirty="0">
                <a:solidFill>
                  <a:srgbClr val="2B3541"/>
                </a:solidFill>
                <a:latin typeface="Times New Roman"/>
                <a:ea typeface="Times New Roman"/>
                <a:cs typeface="Times New Roman"/>
                <a:sym typeface="Times New Roman"/>
              </a:rPr>
              <a:t> README button) with format.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Here is the working GitHub URL </a:t>
            </a:r>
            <a:r>
              <a:rPr lang="en-US" sz="1850" dirty="0">
                <a:solidFill>
                  <a:srgbClr val="2B3541"/>
                </a:solidFill>
                <a:latin typeface="Times New Roman"/>
                <a:ea typeface="Times New Roman"/>
                <a:cs typeface="Times New Roman"/>
                <a:sym typeface="Times New Roman"/>
              </a:rPr>
              <a:t>– https://github.com/shubbhamsingh/ResearchIQ</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a:t>The future scope of this project is to enhance the Research Agent with more advanced AI capabilities and real-time research support features. The system can be expanded to support multi-language research assistance, voice-based interaction, and AI-powered collaboration tools for research teams and institutions.</a:t>
            </a:r>
          </a:p>
          <a:p>
            <a:endParaRPr lang="en-US"/>
          </a:p>
          <a:p>
            <a:r>
              <a:rPr lang="en-US"/>
              <a:t>Future versions of the platform can include integration with global research databases, journals, cloud storage systems, and academic platforms to provide more accurate and up-to-date information. The Research Agent can also be improved with advanced data visualization, predictive analytics, and intelligent recommendation systems for suggesting research topics, hypotheses, and innovation ideas.</a:t>
            </a:r>
          </a:p>
          <a:p>
            <a:endParaRPr lang="en-US"/>
          </a:p>
          <a:p>
            <a:r>
              <a:rPr lang="en-US"/>
              <a:t>The project can further evolve into a domain-specific AI assistant for healthcare research, scientific analysis, industrial R&amp;D, legal research, and educational institutions. Integration with generative AI and autonomous workflow systems can allow the agent to draft complete research papers, generate presentations, and automate documentation processes.</a:t>
            </a:r>
          </a:p>
          <a:p>
            <a:endParaRPr lang="en-US" sz="2000"/>
          </a:p>
          <a:p>
            <a:r>
              <a:rPr lang="en-US"/>
              <a:t>With continuous development, the solution has the potential to become a scalable enterprise-level AI research assistant that improves productivity, decision-making, and innovation across multiple industries and academic environments.</a:t>
            </a:r>
          </a:p>
          <a:p>
            <a:pPr lvl="0">
              <a:lnSpc>
                <a:spcPct val="162162"/>
              </a:lnSpc>
              <a:buClr>
                <a:srgbClr val="2B3541"/>
              </a:buClr>
              <a:buSzPts val="1850"/>
            </a:pPr>
            <a:endParaRPr lang="en-US" sz="3200">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559</TotalTime>
  <Words>1447</Words>
  <Application>Microsoft Office PowerPoint</Application>
  <PresentationFormat>Widescreen</PresentationFormat>
  <Paragraphs>120</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Shubham Singh</cp:lastModifiedBy>
  <cp:revision>9</cp:revision>
  <dcterms:created xsi:type="dcterms:W3CDTF">2025-07-08T05:06:56Z</dcterms:created>
  <dcterms:modified xsi:type="dcterms:W3CDTF">2026-06-04T16:00:22Z</dcterms:modified>
</cp:coreProperties>
</file>